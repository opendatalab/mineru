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3"/>
  </p:normalViewPr>
  <p:slideViewPr>
    <p:cSldViewPr snapToGrid="0">
      <p:cViewPr varScale="1">
        <p:scale>
          <a:sx n="136" d="100"/>
          <a:sy n="136" d="100"/>
        </p:scale>
        <p:origin x="216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Some notes on the second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Final notes on the third slide.</a:t>
            </a:r>
          </a:p>
          <a:p>
            <a:r>
              <a:t>Second line of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E277-F64F-CD4D-8092-A1FBD022613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7FE2D-0FD9-7D4B-A5A0-7E9AAE6B67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CE277-F64F-CD4D-8092-A1FBD022613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7FE2D-0FD9-7D4B-A5A0-7E9AAE6B67D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44526"/>
            <a:ext cx="9144000" cy="932409"/>
          </a:xfrm>
        </p:spPr>
        <p:txBody>
          <a:bodyPr/>
          <a:lstStyle/>
          <a:p>
            <a:r>
              <a:rPr lang="en-US" dirty="0"/>
              <a:t>Test Table Slide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433848"/>
            <a:ext cx="9144000" cy="454572"/>
          </a:xfrm>
        </p:spPr>
        <p:txBody>
          <a:bodyPr/>
          <a:lstStyle/>
          <a:p>
            <a:r>
              <a:rPr lang="en-US" dirty="0"/>
              <a:t>With footnote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31999" y="1945640"/>
          <a:ext cx="812800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/>
                <a:gridCol w="1161143"/>
                <a:gridCol w="1161143"/>
                <a:gridCol w="1161143"/>
                <a:gridCol w="1161143"/>
                <a:gridCol w="1161143"/>
                <a:gridCol w="1161143"/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dirty="0"/>
                        <a:t>Class1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dirty="0"/>
                        <a:t>Class2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/>
                        <a:t>A merged with B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dirty="0"/>
                        <a:t>R4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623631" cy="21367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Let’s introduce a list</a:t>
            </a:r>
            <a:endParaRPr lang="en-US" dirty="0"/>
          </a:p>
          <a:p>
            <a:r>
              <a:rPr lang="en-US" dirty="0"/>
              <a:t>With foo</a:t>
            </a:r>
            <a:endParaRPr lang="en-US" dirty="0"/>
          </a:p>
          <a:p>
            <a:r>
              <a:rPr lang="en-US" dirty="0"/>
              <a:t>Bar</a:t>
            </a:r>
            <a:endParaRPr lang="en-US" dirty="0"/>
          </a:p>
          <a:p>
            <a:r>
              <a:rPr lang="en-US" dirty="0"/>
              <a:t>And </a:t>
            </a:r>
            <a:r>
              <a:rPr lang="en-US" dirty="0" err="1"/>
              <a:t>baz</a:t>
            </a:r>
            <a:r>
              <a:rPr lang="en-US" dirty="0"/>
              <a:t> things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180463" y="1344058"/>
            <a:ext cx="4076241" cy="3877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rectangle shape with this text inside.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23634" y="2434665"/>
            <a:ext cx="161671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List </a:t>
            </a:r>
            <a:r>
              <a:rPr lang="en-US" b="1" dirty="0"/>
              <a:t>item4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List </a:t>
            </a:r>
            <a:r>
              <a:rPr lang="en-US" i="1" dirty="0"/>
              <a:t>item5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List </a:t>
            </a:r>
            <a:r>
              <a:rPr lang="en-US" u="sng" dirty="0"/>
              <a:t>item6</a:t>
            </a:r>
            <a:endParaRPr lang="en-US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4453634" y="2457553"/>
            <a:ext cx="6559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GB" dirty="0"/>
              <a:t>I</a:t>
            </a:r>
            <a:r>
              <a:rPr lang="en-US" dirty="0"/>
              <a:t>1</a:t>
            </a:r>
            <a:endParaRPr lang="en-US" dirty="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dirty="0"/>
              <a:t>I2</a:t>
            </a:r>
            <a:endParaRPr lang="en-US" dirty="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dirty="0"/>
              <a:t>I3</a:t>
            </a:r>
            <a:endParaRPr lang="en-US" dirty="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dirty="0"/>
              <a:t>I4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634940" y="2457554"/>
            <a:ext cx="12461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US" dirty="0"/>
              <a:t>ome info:</a:t>
            </a:r>
            <a:endParaRPr lang="en-US" dirty="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GB" dirty="0"/>
              <a:t>I</a:t>
            </a:r>
            <a:r>
              <a:rPr lang="en-US" dirty="0"/>
              <a:t>tem A</a:t>
            </a:r>
            <a:endParaRPr lang="en-US" dirty="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dirty="0"/>
              <a:t>Item B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531336" y="2459421"/>
            <a:ext cx="2663825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</a:t>
            </a:r>
            <a:r>
              <a:rPr lang="en-US" dirty="0"/>
              <a:t>aybe a list?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List1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subitem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List2</a:t>
            </a:r>
            <a:endParaRPr lang="en-US" dirty="0"/>
          </a:p>
          <a:p>
            <a:pPr marL="1257300" lvl="2" indent="-342900">
              <a:buFont typeface="+mj-lt"/>
              <a:buAutoNum type="arabicPeriod"/>
            </a:pPr>
            <a:r>
              <a:rPr lang="en-US" dirty="0"/>
              <a:t>subsubitem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List3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20250807-1724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6515" y="1499870"/>
            <a:ext cx="2518410" cy="35617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58115" y="147320"/>
                <a:ext cx="8449310" cy="478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latin typeface="DejaVu Math TeX Gyre" panose="02000503000000000000" charset="0"/>
                    <a:ea typeface="宋体" charset="0"/>
                    <a:cs typeface="DejaVu Math TeX Gyre" panose="02000503000000000000" charset="0"/>
                  </a:rPr>
                  <a:t>公式前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  <m: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=</m:t>
                        </m:r>
                        <m: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𝑛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altLang="zh-CN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cos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𝑛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𝜋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</m:func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𝑛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altLang="zh-CN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sin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𝑛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𝜋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</m:func>
                          </m:e>
                        </m:d>
                      </m:e>
                    </m:nary>
                  </m:oMath>
                </a14:m>
                <a:r>
                  <a:rPr lang="zh-CN" altLang="en-US">
                    <a:latin typeface="DejaVu Math TeX Gyre" panose="02000503000000000000" charset="0"/>
                    <a:ea typeface="宋体" charset="0"/>
                    <a:cs typeface="DejaVu Math TeX Gyre" panose="02000503000000000000" charset="0"/>
                  </a:rPr>
                  <a:t>公式后</a:t>
                </a:r>
                <a:endParaRPr lang="zh-CN" altLang="en-US"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15" y="147320"/>
                <a:ext cx="8449310" cy="47815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130175" y="2026285"/>
            <a:ext cx="5747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普通文本框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</Words>
  <Application>WPS 演示</Application>
  <PresentationFormat>Widescreen</PresentationFormat>
  <Paragraphs>121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9" baseType="lpstr">
      <vt:lpstr>Arial</vt:lpstr>
      <vt:lpstr>宋体</vt:lpstr>
      <vt:lpstr>Wingdings</vt:lpstr>
      <vt:lpstr>DejaVu Sans</vt:lpstr>
      <vt:lpstr>DejaVu Math TeX Gyre</vt:lpstr>
      <vt:lpstr>宋体</vt:lpstr>
      <vt:lpstr>Droid Sans Fallback</vt:lpstr>
      <vt:lpstr>Aptos Display</vt:lpstr>
      <vt:lpstr>C059</vt:lpstr>
      <vt:lpstr>Aptos</vt:lpstr>
      <vt:lpstr>微软雅黑</vt:lpstr>
      <vt:lpstr>Arial Unicode MS</vt:lpstr>
      <vt:lpstr>等线</vt:lpstr>
      <vt:lpstr>Calibri</vt:lpstr>
      <vt:lpstr>Office Theme</vt:lpstr>
      <vt:lpstr>Test Table Slide</vt:lpstr>
      <vt:lpstr>Second slide title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 Lysak</dc:creator>
  <cp:lastModifiedBy>sidney</cp:lastModifiedBy>
  <cp:revision>28</cp:revision>
  <dcterms:created xsi:type="dcterms:W3CDTF">2026-04-09T07:50:46Z</dcterms:created>
  <dcterms:modified xsi:type="dcterms:W3CDTF">2026-04-09T07:50:46Z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5C1F829C17CA28EA6A1E7B697D0AA4F2_42</vt:lpwstr>
  </property>
  <property fmtid="{D5CDD505-2E9C-101B-9397-08002B2CF9AE}" pid="3" name="KSOProductBuildVer">
    <vt:lpwstr>2052-12.1.0.17900</vt:lpwstr>
  </property>
</Properties>
</file>