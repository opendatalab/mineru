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3"/>
  </p:normalViewPr>
  <p:slideViewPr>
    <p:cSldViewPr snapToGrid="0">
      <p:cViewPr varScale="1">
        <p:scale>
          <a:sx n="136" d="100"/>
          <a:sy n="136" d="100"/>
        </p:scale>
        <p:origin x="21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Some notes on the second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Final notes on the third slide.</a:t>
            </a:r>
          </a:p>
          <a:p>
            <a:r>
              <a:t>Second line of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644526"/>
            <a:ext cx="9144000" cy="932409"/>
          </a:xfrm>
        </p:spPr>
        <p:txBody>
          <a:bodyPr/>
          <a:lstStyle/>
          <a:p>
            <a:r>
              <a:rPr lang="en-US" dirty="0"/>
              <a:t>Test Table Slide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433848"/>
            <a:ext cx="9144000" cy="454572"/>
          </a:xfrm>
        </p:spPr>
        <p:txBody>
          <a:bodyPr/>
          <a:lstStyle/>
          <a:p>
            <a:r>
              <a:rPr lang="en-US" dirty="0"/>
              <a:t>With footnote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31999" y="1945640"/>
          <a:ext cx="812800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/>
                <a:gridCol w="1161143"/>
                <a:gridCol w="1161143"/>
                <a:gridCol w="1161143"/>
                <a:gridCol w="1161143"/>
                <a:gridCol w="1161143"/>
                <a:gridCol w="1161143"/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r>
                        <a:rPr lang="en-US" dirty="0"/>
                        <a:t>Class1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r>
                        <a:rPr lang="en-US" dirty="0"/>
                        <a:t>Class2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/>
                        <a:t>A merged with B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slide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3623631" cy="21367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Let’s introduce a list</a:t>
            </a:r>
            <a:endParaRPr lang="en-US" dirty="0"/>
          </a:p>
          <a:p>
            <a:r>
              <a:rPr lang="en-US" dirty="0"/>
              <a:t>With foo</a:t>
            </a:r>
            <a:endParaRPr lang="en-US" dirty="0"/>
          </a:p>
          <a:p>
            <a:r>
              <a:rPr lang="en-US" dirty="0"/>
              <a:t>Bar</a:t>
            </a:r>
            <a:endParaRPr lang="en-US" dirty="0"/>
          </a:p>
          <a:p>
            <a:r>
              <a:rPr lang="en-US" dirty="0"/>
              <a:t>And </a:t>
            </a:r>
            <a:r>
              <a:rPr lang="en-US" dirty="0" err="1"/>
              <a:t>baz</a:t>
            </a:r>
            <a:r>
              <a:rPr lang="en-US" dirty="0"/>
              <a:t> things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6180463" y="1344058"/>
            <a:ext cx="4076241" cy="38779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 rectangle shape with this text inside.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423634" y="2434665"/>
            <a:ext cx="1613535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List item4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 item5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 item6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453634" y="2457553"/>
            <a:ext cx="6559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I</a:t>
            </a:r>
            <a:r>
              <a:rPr lang="en-US" dirty="0"/>
              <a:t>1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I2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I3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I4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5634940" y="2457554"/>
            <a:ext cx="12461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US" dirty="0"/>
              <a:t>ome info: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I</a:t>
            </a:r>
            <a:r>
              <a:rPr lang="en-US" dirty="0"/>
              <a:t>tem A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Item B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531336" y="2459421"/>
            <a:ext cx="14782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</a:t>
            </a:r>
            <a:r>
              <a:rPr lang="en-US" dirty="0"/>
              <a:t>aybe a list?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List1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List2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List3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9404392" y="2434665"/>
            <a:ext cx="6559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l1 </a:t>
            </a:r>
            <a:endParaRPr lang="en-GB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l2</a:t>
            </a:r>
            <a:endParaRPr lang="en-GB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l3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20250807-1724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32250" y="1499870"/>
            <a:ext cx="2518410" cy="35617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417</Words>
  <Application>WPS 演示</Application>
  <PresentationFormat>Widescreen</PresentationFormat>
  <Paragraphs>119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9" baseType="lpstr">
      <vt:lpstr>Arial</vt:lpstr>
      <vt:lpstr>宋体</vt:lpstr>
      <vt:lpstr>Wingdings</vt:lpstr>
      <vt:lpstr>DejaVu Sans</vt:lpstr>
      <vt:lpstr>Aptos Display</vt:lpstr>
      <vt:lpstr>C059</vt:lpstr>
      <vt:lpstr>Aptos</vt:lpstr>
      <vt:lpstr>微软雅黑</vt:lpstr>
      <vt:lpstr>Droid Sans Fallback</vt:lpstr>
      <vt:lpstr>宋体</vt:lpstr>
      <vt:lpstr>Arial Unicode MS</vt:lpstr>
      <vt:lpstr>等线</vt:lpstr>
      <vt:lpstr>Calibri</vt:lpstr>
      <vt:lpstr>等线 Light</vt:lpstr>
      <vt:lpstr>Office Theme</vt:lpstr>
      <vt:lpstr>Test Table Slide</vt:lpstr>
      <vt:lpstr>Second slide title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 Lysak</dc:creator>
  <cp:lastModifiedBy>sidney</cp:lastModifiedBy>
  <cp:revision>23</cp:revision>
  <dcterms:created xsi:type="dcterms:W3CDTF">2026-01-29T09:18:36Z</dcterms:created>
  <dcterms:modified xsi:type="dcterms:W3CDTF">2026-01-29T09:18:36Z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5C1F829C17CA28EA6A1E7B697D0AA4F2_42</vt:lpwstr>
  </property>
  <property fmtid="{D5CDD505-2E9C-101B-9397-08002B2CF9AE}" pid="3" name="KSOProductBuildVer">
    <vt:lpwstr>2052-12.1.0.17900</vt:lpwstr>
  </property>
</Properties>
</file>