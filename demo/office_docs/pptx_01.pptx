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5"/>
  </p:notesMasterIdLst>
  <p:sldIdLst>
    <p:sldId id="256" r:id="rId3"/>
    <p:sldId id="257" r:id="rId4"/>
    <p:sldId id="258" r:id="rId6"/>
    <p:sldId id="259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703"/>
  </p:normalViewPr>
  <p:slideViewPr>
    <p:cSldViewPr snapToGrid="0">
      <p:cViewPr varScale="1">
        <p:scale>
          <a:sx n="136" d="100"/>
          <a:sy n="136" d="100"/>
        </p:scale>
        <p:origin x="216" y="9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viewProps" Target="viewProps.xml"/><Relationship Id="rId8" Type="http://schemas.openxmlformats.org/officeDocument/2006/relationships/presProps" Target="presProps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0" Type="http://schemas.openxmlformats.org/officeDocument/2006/relationships/tableStyles" Target="tableStyles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Some notes on the second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Final notes on the third slide.</a:t>
            </a:r>
          </a:p>
          <a:p>
            <a:r>
              <a:t>Second line of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CE277-F64F-CD4D-8092-A1FBD0226130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7FE2D-0FD9-7D4B-A5A0-7E9AAE6B67D1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CE277-F64F-CD4D-8092-A1FBD0226130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7FE2D-0FD9-7D4B-A5A0-7E9AAE6B67D1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CE277-F64F-CD4D-8092-A1FBD0226130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7FE2D-0FD9-7D4B-A5A0-7E9AAE6B67D1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CE277-F64F-CD4D-8092-A1FBD0226130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7FE2D-0FD9-7D4B-A5A0-7E9AAE6B67D1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  <a:endParaRPr lang="en-GB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CE277-F64F-CD4D-8092-A1FBD0226130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7FE2D-0FD9-7D4B-A5A0-7E9AAE6B67D1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CE277-F64F-CD4D-8092-A1FBD0226130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7FE2D-0FD9-7D4B-A5A0-7E9AAE6B67D1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CE277-F64F-CD4D-8092-A1FBD0226130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7FE2D-0FD9-7D4B-A5A0-7E9AAE6B67D1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CE277-F64F-CD4D-8092-A1FBD0226130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7FE2D-0FD9-7D4B-A5A0-7E9AAE6B67D1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CE277-F64F-CD4D-8092-A1FBD0226130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7FE2D-0FD9-7D4B-A5A0-7E9AAE6B67D1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CE277-F64F-CD4D-8092-A1FBD0226130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7FE2D-0FD9-7D4B-A5A0-7E9AAE6B67D1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6CE277-F64F-CD4D-8092-A1FBD0226130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07FE2D-0FD9-7D4B-A5A0-7E9AAE6B67D1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6CE277-F64F-CD4D-8092-A1FBD0226130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07FE2D-0FD9-7D4B-A5A0-7E9AAE6B67D1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1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644526"/>
            <a:ext cx="9144000" cy="932409"/>
          </a:xfrm>
        </p:spPr>
        <p:txBody>
          <a:bodyPr/>
          <a:lstStyle/>
          <a:p>
            <a:r>
              <a:rPr lang="en-US" dirty="0"/>
              <a:t>Test Table Slide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5433848"/>
            <a:ext cx="9144000" cy="454572"/>
          </a:xfrm>
        </p:spPr>
        <p:txBody>
          <a:bodyPr/>
          <a:lstStyle/>
          <a:p>
            <a:r>
              <a:rPr lang="en-US" dirty="0"/>
              <a:t>With footnote</a:t>
            </a: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031999" y="1945640"/>
          <a:ext cx="8128001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1143"/>
                <a:gridCol w="1161143"/>
                <a:gridCol w="1161143"/>
                <a:gridCol w="1161143"/>
                <a:gridCol w="1161143"/>
                <a:gridCol w="1161143"/>
                <a:gridCol w="1161143"/>
              </a:tblGrid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r>
                        <a:rPr lang="en-US" dirty="0"/>
                        <a:t>Class1</a:t>
                      </a:r>
                      <a:endParaRPr lang="en-US" dirty="0"/>
                    </a:p>
                  </a:txBody>
                  <a:tcPr/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r>
                        <a:rPr lang="en-US" dirty="0"/>
                        <a:t>Class2</a:t>
                      </a:r>
                      <a:endParaRPr lang="en-US" dirty="0"/>
                    </a:p>
                  </a:txBody>
                  <a:tcPr/>
                </a:tc>
                <a:tc hMerge="1">
                  <a:tcPr/>
                </a:tc>
                <a:tc hMerge="1">
                  <a:tcPr/>
                </a:tc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n-US"/>
                        <a:t>A merged with B</a:t>
                      </a:r>
                      <a:endParaRPr lang="en-US" dirty="0"/>
                    </a:p>
                  </a:txBody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False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False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False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</a:tr>
              <a:tr h="370840">
                <a:tc rowSpan="2">
                  <a:txBody>
                    <a:bodyPr/>
                    <a:lstStyle/>
                    <a:p>
                      <a:r>
                        <a:rPr lang="en-US" dirty="0"/>
                        <a:t>R3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False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False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</a:tr>
              <a:tr h="370840">
                <a:tc vMerge="1"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</a:tr>
              <a:tr h="370840">
                <a:tc rowSpan="3">
                  <a:txBody>
                    <a:bodyPr/>
                    <a:lstStyle/>
                    <a:p>
                      <a:r>
                        <a:rPr lang="en-US" dirty="0"/>
                        <a:t>R4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False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False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</a:tr>
              <a:tr h="370840">
                <a:tc vMerge="1"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False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False</a:t>
                      </a:r>
                      <a:endParaRPr lang="en-US" dirty="0"/>
                    </a:p>
                  </a:txBody>
                  <a:tcPr/>
                </a:tc>
              </a:tr>
              <a:tr h="370840">
                <a:tc vMerge="1"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False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False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False</a:t>
                      </a:r>
                      <a:endParaRPr lang="en-US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Second slide title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3623631" cy="213677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Let’s introduce a list</a:t>
            </a:r>
            <a:endParaRPr lang="en-US" dirty="0"/>
          </a:p>
          <a:p>
            <a:r>
              <a:rPr lang="en-US" dirty="0"/>
              <a:t>With foo</a:t>
            </a:r>
            <a:endParaRPr lang="en-US" dirty="0"/>
          </a:p>
          <a:p>
            <a:r>
              <a:rPr lang="en-US" dirty="0"/>
              <a:t>Bar</a:t>
            </a:r>
            <a:endParaRPr lang="en-US" dirty="0"/>
          </a:p>
          <a:p>
            <a:r>
              <a:rPr lang="en-US" dirty="0"/>
              <a:t>And </a:t>
            </a:r>
            <a:r>
              <a:rPr lang="en-US" dirty="0" err="1"/>
              <a:t>baz</a:t>
            </a:r>
            <a:r>
              <a:rPr lang="en-US" dirty="0"/>
              <a:t> things</a:t>
            </a:r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6180463" y="1344058"/>
            <a:ext cx="4076241" cy="38779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 rectangle shape with this text inside.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423634" y="2434665"/>
            <a:ext cx="1613535" cy="9220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List item4</a:t>
            </a: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List item5</a:t>
            </a: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List item6</a:t>
            </a:r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4453634" y="2457553"/>
            <a:ext cx="65594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80604020202020204" pitchFamily="34" charset="0"/>
              <a:buChar char="•"/>
            </a:pPr>
            <a:r>
              <a:rPr lang="en-GB" dirty="0"/>
              <a:t>I</a:t>
            </a:r>
            <a:r>
              <a:rPr lang="en-US" dirty="0"/>
              <a:t>1</a:t>
            </a:r>
            <a:endParaRPr lang="en-US" dirty="0"/>
          </a:p>
          <a:p>
            <a:pPr marL="285750" indent="-285750">
              <a:buFont typeface="Arial" panose="02080604020202020204" pitchFamily="34" charset="0"/>
              <a:buChar char="•"/>
            </a:pPr>
            <a:r>
              <a:rPr lang="en-US" dirty="0"/>
              <a:t>I2</a:t>
            </a:r>
            <a:endParaRPr lang="en-US" dirty="0"/>
          </a:p>
          <a:p>
            <a:pPr marL="285750" indent="-285750">
              <a:buFont typeface="Arial" panose="02080604020202020204" pitchFamily="34" charset="0"/>
              <a:buChar char="•"/>
            </a:pPr>
            <a:r>
              <a:rPr lang="en-US" dirty="0"/>
              <a:t>I3</a:t>
            </a:r>
            <a:endParaRPr lang="en-US" dirty="0"/>
          </a:p>
          <a:p>
            <a:pPr marL="285750" indent="-285750">
              <a:buFont typeface="Arial" panose="02080604020202020204" pitchFamily="34" charset="0"/>
              <a:buChar char="•"/>
            </a:pPr>
            <a:r>
              <a:rPr lang="en-US" dirty="0"/>
              <a:t>I4</a:t>
            </a:r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5634940" y="2457554"/>
            <a:ext cx="124611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</a:t>
            </a:r>
            <a:r>
              <a:rPr lang="en-US" dirty="0"/>
              <a:t>ome info:</a:t>
            </a:r>
            <a:endParaRPr lang="en-US" dirty="0"/>
          </a:p>
          <a:p>
            <a:pPr marL="285750" indent="-285750">
              <a:buFont typeface="Arial" panose="02080604020202020204" pitchFamily="34" charset="0"/>
              <a:buChar char="•"/>
            </a:pPr>
            <a:r>
              <a:rPr lang="en-GB" dirty="0"/>
              <a:t>I</a:t>
            </a:r>
            <a:r>
              <a:rPr lang="en-US" dirty="0"/>
              <a:t>tem A</a:t>
            </a:r>
            <a:endParaRPr lang="en-US" dirty="0"/>
          </a:p>
          <a:p>
            <a:pPr marL="285750" indent="-285750">
              <a:buFont typeface="Arial" panose="02080604020202020204" pitchFamily="34" charset="0"/>
              <a:buChar char="•"/>
            </a:pPr>
            <a:r>
              <a:rPr lang="en-US" dirty="0"/>
              <a:t>Item B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7531336" y="2459421"/>
            <a:ext cx="147829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M</a:t>
            </a:r>
            <a:r>
              <a:rPr lang="en-US" dirty="0"/>
              <a:t>aybe a list?</a:t>
            </a: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List1</a:t>
            </a: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List2</a:t>
            </a: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List3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9404392" y="2434665"/>
            <a:ext cx="6559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80604020202020204" pitchFamily="34" charset="0"/>
              <a:buChar char="•"/>
            </a:pPr>
            <a:r>
              <a:rPr lang="en-GB" dirty="0"/>
              <a:t>l1 </a:t>
            </a:r>
            <a:endParaRPr lang="en-GB" dirty="0"/>
          </a:p>
          <a:p>
            <a:pPr marL="285750" indent="-285750">
              <a:buFont typeface="Arial" panose="02080604020202020204" pitchFamily="34" charset="0"/>
              <a:buChar char="•"/>
            </a:pPr>
            <a:r>
              <a:rPr lang="en-GB" dirty="0"/>
              <a:t>l2</a:t>
            </a:r>
            <a:endParaRPr lang="en-GB" dirty="0"/>
          </a:p>
          <a:p>
            <a:pPr marL="285750" indent="-285750">
              <a:buFont typeface="Arial" panose="02080604020202020204" pitchFamily="34" charset="0"/>
              <a:buChar char="•"/>
            </a:pPr>
            <a:r>
              <a:rPr lang="en-US" dirty="0"/>
              <a:t>l3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 descr="20250807-17244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46515" y="1499870"/>
            <a:ext cx="2518410" cy="356171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" name="文本框 1"/>
              <p:cNvSpPr txBox="1"/>
              <p:nvPr/>
            </p:nvSpPr>
            <p:spPr>
              <a:xfrm>
                <a:off x="158115" y="147320"/>
                <a:ext cx="8449310" cy="4781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>
                    <a:latin typeface="DejaVu Math TeX Gyre" panose="02000503000000000000" charset="0"/>
                    <a:ea typeface="宋体" charset="0"/>
                    <a:cs typeface="DejaVu Math TeX Gyre" panose="02000503000000000000" charset="0"/>
                  </a:rPr>
                  <a:t>公式前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DejaVu Math TeX Gyre" panose="02000503000000000000" charset="0"/>
                        <a:cs typeface="DejaVu Math TeX Gyre" panose="02000503000000000000" charset="0"/>
                      </a:rPr>
                      <m:t>𝑓</m:t>
                    </m:r>
                    <m:d>
                      <m:dPr>
                        <m:ctrlPr>
                          <a:rPr lang="en-US" altLang="zh-CN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𝑥</m:t>
                        </m:r>
                      </m:e>
                    </m:d>
                    <m:r>
                      <a:rPr lang="en-US" altLang="zh-CN" i="1">
                        <a:latin typeface="DejaVu Math TeX Gyre" panose="02000503000000000000" charset="0"/>
                        <a:cs typeface="DejaVu Math TeX Gyre" panose="02000503000000000000" charset="0"/>
                      </a:rPr>
                      <m:t>=</m:t>
                    </m:r>
                    <m:sSub>
                      <m:sSubPr>
                        <m:ctrlPr>
                          <a:rPr lang="en-US" altLang="zh-CN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𝑎</m:t>
                        </m:r>
                      </m:e>
                      <m:sub>
                        <m:r>
                          <a:rPr lang="en-US" altLang="zh-CN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0</m:t>
                        </m:r>
                      </m:sub>
                    </m:sSub>
                    <m:r>
                      <a:rPr lang="en-US" altLang="zh-CN" i="1">
                        <a:latin typeface="DejaVu Math TeX Gyre" panose="02000503000000000000" charset="0"/>
                        <a:cs typeface="DejaVu Math TeX Gyre" panose="02000503000000000000" charset="0"/>
                      </a:rPr>
                      <m:t>+</m:t>
                    </m:r>
                    <m:nary>
                      <m:naryPr>
                        <m:chr m:val="∑"/>
                        <m:limLoc m:val="undOvr"/>
                        <m:ctrlPr>
                          <a:rPr lang="en-US" altLang="zh-CN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</m:ctrlPr>
                      </m:naryPr>
                      <m:sub>
                        <m:r>
                          <a:rPr lang="en-US" altLang="zh-CN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𝑛</m:t>
                        </m:r>
                        <m:r>
                          <a:rPr lang="en-US" altLang="zh-CN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=</m:t>
                        </m:r>
                        <m:r>
                          <a:rPr lang="en-US" altLang="zh-CN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1</m:t>
                        </m:r>
                      </m:sub>
                      <m:sup>
                        <m:r>
                          <a:rPr lang="en-US" altLang="zh-CN" i="1">
                            <a:latin typeface="DejaVu Math TeX Gyre" panose="02000503000000000000" charset="0"/>
                            <a:cs typeface="DejaVu Math TeX Gyre" panose="02000503000000000000" charset="0"/>
                          </a:rPr>
                          <m:t>∞</m:t>
                        </m:r>
                      </m:sup>
                      <m:e>
                        <m:d>
                          <m:dPr>
                            <m:ctrlPr>
                              <a:rPr lang="en-US" altLang="zh-CN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altLang="zh-CN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𝑛</m:t>
                                </m:r>
                              </m:sub>
                            </m:sSub>
                            <m:func>
                              <m:funcPr>
                                <m:ctrlPr>
                                  <a:rPr lang="en-US" altLang="zh-CN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altLang="zh-CN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cos</m:t>
                                </m:r>
                              </m:fName>
                              <m:e>
                                <m:f>
                                  <m:fPr>
                                    <m:ctrlPr>
                                      <a:rPr lang="en-US" altLang="zh-CN" i="1">
                                        <a:latin typeface="DejaVu Math TeX Gyre" panose="02000503000000000000" charset="0"/>
                                        <a:cs typeface="DejaVu Math TeX Gyre" panose="02000503000000000000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CN" i="1">
                                        <a:latin typeface="DejaVu Math TeX Gyre" panose="02000503000000000000" charset="0"/>
                                        <a:cs typeface="DejaVu Math TeX Gyre" panose="02000503000000000000" charset="0"/>
                                      </a:rPr>
                                      <m:t>𝑛</m:t>
                                    </m:r>
                                    <m:r>
                                      <a:rPr lang="en-US" altLang="zh-CN" i="1">
                                        <a:latin typeface="DejaVu Math TeX Gyre" panose="02000503000000000000" charset="0"/>
                                        <a:cs typeface="DejaVu Math TeX Gyre" panose="02000503000000000000" charset="0"/>
                                      </a:rPr>
                                      <m:t>𝜋</m:t>
                                    </m:r>
                                    <m:r>
                                      <a:rPr lang="en-US" altLang="zh-CN" i="1">
                                        <a:latin typeface="DejaVu Math TeX Gyre" panose="02000503000000000000" charset="0"/>
                                        <a:cs typeface="DejaVu Math TeX Gyre" panose="02000503000000000000" charset="0"/>
                                      </a:rPr>
                                      <m:t>𝑥</m:t>
                                    </m:r>
                                  </m:num>
                                  <m:den>
                                    <m:r>
                                      <a:rPr lang="en-US" altLang="zh-CN" i="1">
                                        <a:latin typeface="DejaVu Math TeX Gyre" panose="02000503000000000000" charset="0"/>
                                        <a:cs typeface="DejaVu Math TeX Gyre" panose="02000503000000000000" charset="0"/>
                                      </a:rPr>
                                      <m:t>𝐿</m:t>
                                    </m:r>
                                  </m:den>
                                </m:f>
                              </m:e>
                            </m:func>
                            <m:r>
                              <a:rPr lang="en-US" altLang="zh-CN" i="1">
                                <a:latin typeface="DejaVu Math TeX Gyre" panose="02000503000000000000" charset="0"/>
                                <a:cs typeface="DejaVu Math TeX Gyre" panose="02000503000000000000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CN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US" altLang="zh-CN" i="1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𝑛</m:t>
                                </m:r>
                              </m:sub>
                            </m:sSub>
                            <m:func>
                              <m:funcPr>
                                <m:ctrlPr>
                                  <a:rPr lang="en-US" altLang="zh-CN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altLang="zh-CN">
                                    <a:latin typeface="DejaVu Math TeX Gyre" panose="02000503000000000000" charset="0"/>
                                    <a:cs typeface="DejaVu Math TeX Gyre" panose="02000503000000000000" charset="0"/>
                                  </a:rPr>
                                  <m:t>sin</m:t>
                                </m:r>
                              </m:fName>
                              <m:e>
                                <m:f>
                                  <m:fPr>
                                    <m:ctrlPr>
                                      <a:rPr lang="en-US" altLang="zh-CN" i="1">
                                        <a:latin typeface="DejaVu Math TeX Gyre" panose="02000503000000000000" charset="0"/>
                                        <a:cs typeface="DejaVu Math TeX Gyre" panose="02000503000000000000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CN" i="1">
                                        <a:latin typeface="DejaVu Math TeX Gyre" panose="02000503000000000000" charset="0"/>
                                        <a:cs typeface="DejaVu Math TeX Gyre" panose="02000503000000000000" charset="0"/>
                                      </a:rPr>
                                      <m:t>𝑛</m:t>
                                    </m:r>
                                    <m:r>
                                      <a:rPr lang="en-US" altLang="zh-CN" i="1">
                                        <a:latin typeface="DejaVu Math TeX Gyre" panose="02000503000000000000" charset="0"/>
                                        <a:cs typeface="DejaVu Math TeX Gyre" panose="02000503000000000000" charset="0"/>
                                      </a:rPr>
                                      <m:t>𝜋</m:t>
                                    </m:r>
                                    <m:r>
                                      <a:rPr lang="en-US" altLang="zh-CN" i="1">
                                        <a:latin typeface="DejaVu Math TeX Gyre" panose="02000503000000000000" charset="0"/>
                                        <a:cs typeface="DejaVu Math TeX Gyre" panose="02000503000000000000" charset="0"/>
                                      </a:rPr>
                                      <m:t>𝑥</m:t>
                                    </m:r>
                                  </m:num>
                                  <m:den>
                                    <m:r>
                                      <a:rPr lang="en-US" altLang="zh-CN" i="1">
                                        <a:latin typeface="DejaVu Math TeX Gyre" panose="02000503000000000000" charset="0"/>
                                        <a:cs typeface="DejaVu Math TeX Gyre" panose="02000503000000000000" charset="0"/>
                                      </a:rPr>
                                      <m:t>𝐿</m:t>
                                    </m:r>
                                  </m:den>
                                </m:f>
                              </m:e>
                            </m:func>
                          </m:e>
                        </m:d>
                      </m:e>
                    </m:nary>
                  </m:oMath>
                </a14:m>
                <a:r>
                  <a:rPr lang="zh-CN" altLang="en-US">
                    <a:latin typeface="DejaVu Math TeX Gyre" panose="02000503000000000000" charset="0"/>
                    <a:ea typeface="宋体" charset="0"/>
                    <a:cs typeface="DejaVu Math TeX Gyre" panose="02000503000000000000" charset="0"/>
                  </a:rPr>
                  <a:t>公式后</a:t>
                </a:r>
                <a:endParaRPr lang="zh-CN" altLang="en-US">
                  <a:latin typeface="DejaVu Math TeX Gyre" panose="02000503000000000000" charset="0"/>
                  <a:ea typeface="宋体" charset="0"/>
                  <a:cs typeface="DejaVu Math TeX Gyre" panose="02000503000000000000" charset="0"/>
                </a:endParaRPr>
              </a:p>
            </p:txBody>
          </p:sp>
        </mc:Choice>
        <mc:Fallback>
          <p:sp>
            <p:nvSpPr>
              <p:cNvPr id="2" name="文本框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115" y="147320"/>
                <a:ext cx="8449310" cy="478155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文本框 2"/>
          <p:cNvSpPr txBox="1"/>
          <p:nvPr/>
        </p:nvSpPr>
        <p:spPr>
          <a:xfrm>
            <a:off x="130175" y="2026285"/>
            <a:ext cx="57473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普通文本框</a:t>
            </a:r>
            <a:r>
              <a:rPr lang="en-US" altLang="zh-CN"/>
              <a:t> </a:t>
            </a:r>
            <a:r>
              <a:rPr lang="zh-CN" altLang="en-US" b="1">
                <a:ea typeface="宋体" charset="0"/>
              </a:rPr>
              <a:t>粗体</a:t>
            </a:r>
            <a:r>
              <a:rPr lang="en-US" altLang="zh-CN" b="1">
                <a:ea typeface="宋体" charset="0"/>
              </a:rPr>
              <a:t> </a:t>
            </a:r>
            <a:r>
              <a:rPr lang="zh-CN" altLang="en-US" i="1">
                <a:ea typeface="宋体" charset="0"/>
              </a:rPr>
              <a:t>斜体</a:t>
            </a:r>
            <a:r>
              <a:rPr lang="en-US" altLang="zh-CN" i="1">
                <a:ea typeface="宋体" charset="0"/>
              </a:rPr>
              <a:t> </a:t>
            </a:r>
            <a:r>
              <a:rPr lang="zh-CN" altLang="en-US" u="sng">
                <a:ea typeface="宋体" charset="0"/>
              </a:rPr>
              <a:t>下划线</a:t>
            </a:r>
            <a:r>
              <a:rPr lang="en-US" altLang="zh-CN">
                <a:ea typeface="宋体" charset="0"/>
              </a:rPr>
              <a:t> </a:t>
            </a:r>
            <a:r>
              <a:rPr lang="zh-CN" altLang="en-US" strike="sngStrike">
                <a:ea typeface="宋体" charset="0"/>
              </a:rPr>
              <a:t>删除线</a:t>
            </a:r>
            <a:endParaRPr lang="zh-CN" altLang="en-US" strike="sngStrike">
              <a:ea typeface="宋体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516</Words>
  <Application>WPS 演示</Application>
  <PresentationFormat>Widescreen</PresentationFormat>
  <Paragraphs>123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9" baseType="lpstr">
      <vt:lpstr>Arial</vt:lpstr>
      <vt:lpstr>宋体</vt:lpstr>
      <vt:lpstr>Wingdings</vt:lpstr>
      <vt:lpstr>DejaVu Sans</vt:lpstr>
      <vt:lpstr>DejaVu Math TeX Gyre</vt:lpstr>
      <vt:lpstr>宋体</vt:lpstr>
      <vt:lpstr>Droid Sans Fallback</vt:lpstr>
      <vt:lpstr>Aptos Display</vt:lpstr>
      <vt:lpstr>C059</vt:lpstr>
      <vt:lpstr>Aptos</vt:lpstr>
      <vt:lpstr>微软雅黑</vt:lpstr>
      <vt:lpstr>Arial Unicode MS</vt:lpstr>
      <vt:lpstr>等线</vt:lpstr>
      <vt:lpstr>Calibri</vt:lpstr>
      <vt:lpstr>Office Theme</vt:lpstr>
      <vt:lpstr>Test Table Slide</vt:lpstr>
      <vt:lpstr>Second slide title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Maxim Lysak</dc:creator>
  <cp:lastModifiedBy>sidney</cp:lastModifiedBy>
  <cp:revision>27</cp:revision>
  <dcterms:created xsi:type="dcterms:W3CDTF">2026-04-10T03:20:40Z</dcterms:created>
  <dcterms:modified xsi:type="dcterms:W3CDTF">2026-04-10T03:20:40Z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5C1F829C17CA28EA6A1E7B697D0AA4F2_42</vt:lpwstr>
  </property>
  <property fmtid="{D5CDD505-2E9C-101B-9397-08002B2CF9AE}" pid="3" name="KSOProductBuildVer">
    <vt:lpwstr>2052-12.1.0.17900</vt:lpwstr>
  </property>
</Properties>
</file>